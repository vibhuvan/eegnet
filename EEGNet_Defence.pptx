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EEGNet: Where It Fails, Why, and What To Do About It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4290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9C7C7"/>
                </a:solidFill>
              </a:rPr>
              <a:t>A mechanistic failure analysis, a targeted architectural fix, and one underexplored idea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797"/>
                </a:solidFill>
              </a:rPr>
              <a:t>AI Research Engineer — Technical Evaluation  ·  Brainwave Science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607040" y="548640"/>
            <a:ext cx="1005840" cy="1005840"/>
          </a:xfrm>
          <a:prstGeom prst="ellipse">
            <a:avLst/>
          </a:prstGeom>
          <a:solidFill>
            <a:srgbClr val="2E6F6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F6F"/>
                </a:solidFill>
              </a:rPr>
              <a:t>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Dataset, protocol, and an upfront caveat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66751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A1A2E"/>
                </a:solidFill>
              </a:rPr>
              <a:t>PhysioNet EEGBCI  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A5A72"/>
                </a:solidFill>
              </a:rPr>
              <a:t>— left vs right fist motor imagery, runs 6/10/14
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A5A72"/>
                </a:solidFill>
              </a:rPr>
              <a:t>Train: subjects 1–8   Test: subjects 9–10 (held out, per spec)
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A5A72"/>
                </a:solidFill>
              </a:rPr>
              <a:t>8–30 Hz band-pass, 128 Hz resample, 2s windows post-cue
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A5A72"/>
                </a:solidFill>
              </a:rPr>
              <a:t>Fixed seed = 42; 3-seed robustness sweep, best &amp; worst reported
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589520" y="1463040"/>
            <a:ext cx="4023360" cy="3931920"/>
          </a:xfrm>
          <a:prstGeom prst="roundRect">
            <a:avLst>
              <a:gd name="adj" fmla="val 1860"/>
            </a:avLst>
          </a:prstGeom>
          <a:solidFill>
            <a:srgbClr val="FFF4EC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16916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622D"/>
                </a:solidFill>
              </a:rPr>
              <a:t>⚠ Data access note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863840" y="2103120"/>
            <a:ext cx="35204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4030"/>
                </a:solidFill>
              </a:rPr>
              <a:t>The dev sandbox this repo was built in cannot reach physionet.org (403 on direct request). Code falls back to a synthetic, physiologically-motivated dataset purely to verify the pipeline runs end-to-end. All numbers here are re-run on real data before submission — results.json tags every run with data_source.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F6F"/>
                </a:solidFill>
              </a:rPr>
              <a:t>PART 1 — FAILURE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EEGNet breaks: the depthwise spatial filter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5A72"/>
                </a:solidFill>
              </a:rPr>
              <a:t>Conv2d(F1, F1·D, kernel=(n_channels,1), groups=F1) — one global, fixed linear combination over 64 electrodes, learned once on training subjects, frozen at test time.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474720" cy="3566160"/>
          </a:xfrm>
          <a:prstGeom prst="roundRect">
            <a:avLst>
              <a:gd name="adj" fmla="val 1579"/>
            </a:avLst>
          </a:prstGeom>
          <a:solidFill>
            <a:srgbClr val="F4F6F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5146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6F6F"/>
                </a:solidFill>
              </a:rPr>
              <a:t>1. No transfer pressure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3017520"/>
            <a:ext cx="30175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5A72"/>
                </a:solidFill>
              </a:rPr>
              <a:t>Cross-entropy only needs classes to separate on training subjects. Nothing distinguishes a subject-general filter from one that shortcuts on training-subject-specific geometry.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2286000"/>
            <a:ext cx="3474720" cy="3566160"/>
          </a:xfrm>
          <a:prstGeom prst="roundRect">
            <a:avLst>
              <a:gd name="adj" fmla="val 1579"/>
            </a:avLst>
          </a:prstGeom>
          <a:solidFill>
            <a:srgbClr val="F4F6F6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25146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6F6F"/>
                </a:solidFill>
              </a:rPr>
              <a:t>2. Fixed ≠ personal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0" y="3017520"/>
            <a:ext cx="30175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5A72"/>
                </a:solidFill>
              </a:rPr>
              <a:t>Skull thickness, gyral folding, cap offset all shift the electrode-to-source mapping per person. A single global linear filter can't track that.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38160" y="2286000"/>
            <a:ext cx="3474720" cy="3566160"/>
          </a:xfrm>
          <a:prstGeom prst="roundRect">
            <a:avLst>
              <a:gd name="adj" fmla="val 1579"/>
            </a:avLst>
          </a:prstGeom>
          <a:solidFill>
            <a:srgbClr val="F4F6F6"/>
          </a:solidFill>
          <a:ln/>
        </p:spPr>
      </p:sp>
      <p:sp>
        <p:nvSpPr>
          <p:cNvPr id="12" name="Text 10"/>
          <p:cNvSpPr/>
          <p:nvPr/>
        </p:nvSpPr>
        <p:spPr>
          <a:xfrm>
            <a:off x="8366760" y="25146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6F6F"/>
                </a:solidFill>
              </a:rPr>
              <a:t>3. Evidence, not guesswork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366760" y="3017520"/>
            <a:ext cx="30175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5A72"/>
                </a:solidFill>
              </a:rPr>
              <a:t>Linear probe on penultimate features: subject identity is decodable well above chance from the same representation that fails to generalize class-wise.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F6F"/>
                </a:solidFill>
              </a:rPr>
              <a:t>PART 1 — FAILURE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experiments, one embedding check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40080" cy="868680"/>
          </a:xfrm>
          <a:prstGeom prst="roundRect">
            <a:avLst>
              <a:gd name="adj" fmla="val 8571"/>
            </a:avLst>
          </a:prstGeom>
          <a:solidFill>
            <a:srgbClr val="2E6F6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54480"/>
            <a:ext cx="640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0" y="1572768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</a:rPr>
              <a:t>Pooled random split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0" y="1572768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5A72"/>
                </a:solidFill>
              </a:rPr>
              <a:t>Subjects 1–8, trials randomly split — optimistic, same-subject leakage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640080" cy="868680"/>
          </a:xfrm>
          <a:prstGeom prst="roundRect">
            <a:avLst>
              <a:gd name="adj" fmla="val 8571"/>
            </a:avLst>
          </a:prstGeom>
          <a:solidFill>
            <a:srgbClr val="2E6F6F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06040"/>
            <a:ext cx="640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B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71600" y="2624328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</a:rPr>
              <a:t>Cross-subject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0" y="2624328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5A72"/>
                </a:solidFill>
              </a:rPr>
              <a:t>Train 1–8, test 9–10 — the real generalization test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640080" cy="868680"/>
          </a:xfrm>
          <a:prstGeom prst="roundRect">
            <a:avLst>
              <a:gd name="adj" fmla="val 8571"/>
            </a:avLst>
          </a:prstGeom>
          <a:solidFill>
            <a:srgbClr val="2E6F6F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657600"/>
            <a:ext cx="640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371600" y="3675888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</a:rPr>
              <a:t>Reduced data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0" y="3675888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5A72"/>
                </a:solidFill>
              </a:rPr>
              <a:t>3 subjects instead of 8, still tested on 9–10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709160"/>
            <a:ext cx="640080" cy="868680"/>
          </a:xfrm>
          <a:prstGeom prst="roundRect">
            <a:avLst>
              <a:gd name="adj" fmla="val 8571"/>
            </a:avLst>
          </a:prstGeom>
          <a:solidFill>
            <a:srgbClr val="2E6F6F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709160"/>
            <a:ext cx="640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371600" y="4727448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</a:rPr>
              <a:t>t-SNE / UMAP + linear probe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72000" y="4727448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5A72"/>
                </a:solidFill>
              </a:rPr>
              <a:t>Does the embedding encode class, subject, or both?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F6F"/>
                </a:solidFill>
              </a:rPr>
              <a:t>PART 2 — PROPOSED IMPROVEMENT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Subject-Adversarial EEGNet (SA-EEGNet)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5A5A72"/>
                </a:solidFill>
              </a:rPr>
              <a:t>Attach a subject-identity classifier directly to the spatial-filter output, connected through a Gradient Reversal Layer (Ganin &amp; Lempitsky, 2015). Backprop from the subject loss is negated before it reaches the spatial filters — they're trained to keep task signal and actively discard subject identity.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2788920"/>
            <a:ext cx="11064240" cy="822960"/>
          </a:xfrm>
          <a:prstGeom prst="roundRect">
            <a:avLst>
              <a:gd name="adj" fmla="val 6667"/>
            </a:avLst>
          </a:prstGeom>
          <a:solidFill>
            <a:srgbClr val="F4F6F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88036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→ temporal conv → </a:t>
            </a:r>
            <a:pPr indent="0" marL="0">
              <a:buNone/>
            </a:pPr>
            <a:r>
              <a:rPr lang="en-US" sz="1300" b="1" dirty="0">
                <a:solidFill>
                  <a:srgbClr val="C462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spatial filters (bottleneck)</a:t>
            </a:r>
            <a:pPr indent="0" marL="0">
              <a:buNone/>
            </a:pPr>
            <a:r>
              <a:rPr lang="en-US" sz="1300" dirty="0">
                <a:solidFill>
                  <a:srgbClr val="5A5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separable conv → task head
</a:t>
            </a:r>
            <a:pPr indent="0" marL="0">
              <a:buNone/>
            </a:pPr>
            <a:r>
              <a:rPr lang="en-US" sz="1300" i="1" dirty="0">
                <a:solidFill>
                  <a:srgbClr val="2E6F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  ↓  GRL (gradient reversed)
</a:t>
            </a:r>
            <a:pPr indent="0" marL="0">
              <a:buNone/>
            </a:pPr>
            <a:r>
              <a:rPr lang="en-US" sz="1300" dirty="0">
                <a:solidFill>
                  <a:srgbClr val="2E6F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subject-ID head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794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5A72"/>
                </a:solidFill>
              </a:rPr>
              <a:t>Applied at the spatial bottleneck specifically — the exact layer diagnosed in Part 1 — not at the final feature layer (a plain DANN transplant).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4434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What we check (not just accuracy):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4846320"/>
            <a:ext cx="10607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5A5A72"/>
                </a:solidFill>
              </a:rPr>
              <a:t>•  Does subject-decodability at the bottleneck drop toward chance?
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5A5A72"/>
                </a:solidFill>
              </a:rPr>
              <a:t>•  Does class-decodability hold or improve at the same time?
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5A5A72"/>
                </a:solidFill>
              </a:rPr>
              <a:t>•  Does cross-subject test accuracy move relative to the Part 1 baseline?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F6F"/>
                </a:solidFill>
              </a:rPr>
              <a:t>PART 3 — ONE THING NOBODY HAS TRIED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State-Conditioned Dynamic Spatial Filtering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5A5A72"/>
                </a:solidFill>
              </a:rPr>
              <a:t>Every EEGNet-family model uses a spatial filter that's static per trial. But ERD/ERS is a relative change from a subject's pre-trial idle mu/beta baseline — and that baseline varies trial-to-trial and person-to-person. A fixed filter can't rescale for that.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F4F6F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6060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per-trial mu/beta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band power (FFT)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953512" y="2606040"/>
            <a:ext cx="4480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E6F6F"/>
                </a:solidFill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429000" y="260604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F4F6F6"/>
          </a:solidFill>
          <a:ln/>
        </p:spPr>
      </p:sp>
      <p:sp>
        <p:nvSpPr>
          <p:cNvPr id="9" name="Text 7"/>
          <p:cNvSpPr/>
          <p:nvPr/>
        </p:nvSpPr>
        <p:spPr>
          <a:xfrm>
            <a:off x="3429000" y="26060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small hyper-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network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833872" y="2606040"/>
            <a:ext cx="4480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E6F6F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309360" y="260604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F4F6F6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26060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per-channel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gain (0-2)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714232" y="2606040"/>
            <a:ext cx="4480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E6F6F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9189720" y="260604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2E6F6F"/>
          </a:solidFill>
          <a:ln/>
        </p:spPr>
      </p:sp>
      <p:sp>
        <p:nvSpPr>
          <p:cNvPr id="15" name="Text 13"/>
          <p:cNvSpPr/>
          <p:nvPr/>
        </p:nvSpPr>
        <p:spPr>
          <a:xfrm>
            <a:off x="9189720" y="26060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× base learned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spatial filter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931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Falsifiable check in the PoC: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4343400"/>
            <a:ext cx="10607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5A5A72"/>
                </a:solidFill>
              </a:rPr>
              <a:t>•  Does the learned gain vector vary meaningfully across trials, or collapse to a constant?
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5A5A72"/>
                </a:solidFill>
              </a:rPr>
              <a:t>•  Does that variation correlate with the band-power state it was conditioned on?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48640" y="5577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4622D"/>
                </a:solidFill>
              </a:rPr>
              <a:t>Not claimed: that this beats EEGNet on 10 subjects. That's not a meaningful claim at this scale.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F6F"/>
                </a:solidFill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Best &amp; worst runs across 3 seeds — read from results.json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4206240"/>
        </p:xfrm>
        <a:graphic>
          <a:graphicData uri="http://schemas.openxmlformats.org/drawingml/2006/table">
            <a:tbl>
              <a:tblPr/>
              <a:tblGrid>
                <a:gridCol w="3291840"/>
                <a:gridCol w="1737360"/>
                <a:gridCol w="1737360"/>
                <a:gridCol w="429768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</a:rPr>
                        <a:t>Experiment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F6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</a:rPr>
                        <a:t>Best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F6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</a:rPr>
                        <a:t>Worst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F6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</a:rPr>
                        <a:t>Notes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F6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</a:rPr>
                        <a:t>A) Pooled random split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</a:rPr>
                        <a:t>[RUN]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</a:rPr>
                        <a:t>—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</a:rPr>
                        <a:t>optimistic, subject leakage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</a:rPr>
                        <a:t>B) Cross-subject baseline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</a:rPr>
                        <a:t>[RUN]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</a:rPr>
                        <a:t>[RUN]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</a:rPr>
                        <a:t>train 1-8 / test 9-10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</a:rPr>
                        <a:t>C) Reduced data (3 subj)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</a:rPr>
                        <a:t>[RUN]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</a:rPr>
                        <a:t>[RUN]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</a:rPr>
                        <a:t>same test set as B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</a:rPr>
                        <a:t>D) SA-EEGNet (Part 2)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</a:rPr>
                        <a:t>[RUN]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</a:rPr>
                        <a:t>[RUN]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</a:rPr>
                        <a:t>compare to B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</a:rPr>
                        <a:t>E) DynamicEEGNet (Part 3)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</a:rPr>
                        <a:t>[RUN]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</a:rPr>
                        <a:t>—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</a:rPr>
                        <a:t>PoC, interpretability check reported separately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897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4622D"/>
                </a:solidFill>
              </a:rPr>
              <a:t>[RUN] = fill in from results/results.json after running on real PhysioNet data.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F6F"/>
                </a:solidFill>
              </a:rPr>
              <a:t>DEFENCE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this could be wrong, and how I'd know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</a:rPr>
              <a:t>SA-EEGNet underperforms baseline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89280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A5A72"/>
                </a:solidFill>
              </a:rPr>
              <a:t>8 subjects may be too few classes for a stable adversarial gradient — check bottleneck subject-probe accuracy before concluding the idea failed vs. just needs GRL λ warm-up.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71576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</a:rPr>
              <a:t>Dynamic filter gain collapses to constant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3099816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A5A72"/>
                </a:solidFill>
              </a:rPr>
              <a:t>Hypernetwork found it cheaper to ignore state — reported directly via gain_variability, not hidden.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922776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</a:rPr>
              <a:t>Synthetic vs. real data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4306824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A5A72"/>
                </a:solidFill>
              </a:rPr>
              <a:t>Every result is tagged data_source in results.json; synthetic numbers are never reported as findings.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5129784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</a:rPr>
              <a:t>Small test set (2 subjects)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5513832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A5A72"/>
                </a:solidFill>
              </a:rPr>
              <a:t>Best/worst across 3 seeds reported throughout — no cherry-picking a single lucky run.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46888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mechanism, not the metric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3429000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B9C7C7"/>
                </a:solidFill>
              </a:rPr>
              <a:t>Part 1 diagnoses a specific layer. Part 2 targets that layer directly. Part 3 asks what static filtering assumes and breaks it on purpose.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797"/>
                </a:solidFill>
              </a:rPr>
              <a:t>github.com/&lt;repo&gt;  ·  shgupta@brainwavescience.com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2026-07-22T07:08:12Z</dcterms:created>
  <dcterms:modified xsi:type="dcterms:W3CDTF">2026-07-22T07:08:12Z</dcterms:modified>
</cp:coreProperties>
</file>